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framework comes from Vincent Sunn Chen at Snorkel AI, who distilled it from reviewing over a hundred benchmark proposals for their Open Benchmarks Grants.
The left four are about measuring well. Tasks have to be expert-validated. The distribution has to be deliberate - including the rare, expensive failures. Scoring has to go beyond accuracy: like tau-bench, getting the right NAV while skipping a control is a fail. And there has to be headroom, so the benchmark still separates models.
The right three are what make a benchmark last. A thesis - ours is that operations agents fail on judgment, not arithmetic. A roadmap the field can extend. And a researcher experience good enough that people actually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Seven Marks of a Benchmark Worth Trusting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benchmark must </a:t>
            </a:r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measure well</a:t>
            </a:r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shape the field</a:t>
            </a:r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 — and SASOB is built to do both.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MEASURES WELL</a:t>
            </a:r>
            <a:endParaRPr lang="en-US" sz="1100" dirty="0"/>
          </a:p>
        </p:txBody>
      </p:sp>
      <p:sp>
        <p:nvSpPr>
          <p:cNvPr id="6" name="Card 1"/>
          <p:cNvSpPr/>
          <p:nvPr/>
        </p:nvSpPr>
        <p:spPr>
          <a:xfrm>
            <a:off x="685800" y="2450592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65176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33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Rigorously validated tasks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GPQA’s expert adversarial QC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278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task authored and cross-checked by senior fund ops SMEs</a:t>
            </a:r>
            <a:endParaRPr lang="en-US" sz="1100" dirty="0"/>
          </a:p>
        </p:txBody>
      </p:sp>
      <p:sp>
        <p:nvSpPr>
          <p:cNvPr id="12" name="Card 2"/>
          <p:cNvSpPr/>
          <p:nvPr/>
        </p:nvSpPr>
        <p:spPr>
          <a:xfrm>
            <a:off x="4297680" y="2450592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265176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633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Deliberate task distribution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MMLU’s 57-subject taxonomy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2278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Taxonomy across fund accounting, custody, fund &amp; PE admin — rare, costly breaks oversampled</a:t>
            </a:r>
            <a:endParaRPr lang="en-US" sz="1100" dirty="0"/>
          </a:p>
        </p:txBody>
      </p:sp>
      <p:sp>
        <p:nvSpPr>
          <p:cNvPr id="18" name="Card 3"/>
          <p:cNvSpPr/>
          <p:nvPr/>
        </p:nvSpPr>
        <p:spPr>
          <a:xfrm>
            <a:off x="685800" y="4462272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466344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45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Robust evaluation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937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τ-bench: policy breach = fail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395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Right NAV and right control, or it fails — scored by deterministic checks</a:t>
            </a:r>
            <a:endParaRPr lang="en-US" sz="1100" dirty="0"/>
          </a:p>
        </p:txBody>
      </p:sp>
      <p:sp>
        <p:nvSpPr>
          <p:cNvPr id="24" name="Card 4"/>
          <p:cNvSpPr/>
          <p:nvPr/>
        </p:nvSpPr>
        <p:spPr>
          <a:xfrm>
            <a:off x="4297680" y="4462272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466344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98848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645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Model headroom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937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ARC-AGI-3: &lt;1% at launch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52395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Senior-level judgment tasks today’s frontier agents can’t yet clear</a:t>
            </a:r>
            <a:endParaRPr lang="en-US" sz="1100" dirty="0"/>
          </a:p>
        </p:txBody>
      </p:sp>
      <p:sp>
        <p:nvSpPr>
          <p:cNvPr id="30" name="Frontier panel"/>
          <p:cNvSpPr/>
          <p:nvPr/>
        </p:nvSpPr>
        <p:spPr>
          <a:xfrm>
            <a:off x="7909560" y="2011680"/>
            <a:ext cx="3593592" cy="4233672"/>
          </a:xfrm>
          <a:prstGeom prst="roundRect">
            <a:avLst>
              <a:gd name="adj" fmla="val 2545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0728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SHAPES THE FIELD</a:t>
            </a:r>
            <a:endParaRPr lang="en-US" sz="1100" dirty="0"/>
          </a:p>
        </p:txBody>
      </p:sp>
      <p:sp>
        <p:nvSpPr>
          <p:cNvPr id="32" name="Card 5"/>
          <p:cNvSpPr/>
          <p:nvPr/>
        </p:nvSpPr>
        <p:spPr>
          <a:xfrm>
            <a:off x="8046720" y="2496312"/>
            <a:ext cx="3319272" cy="1130808"/>
          </a:xfrm>
          <a:prstGeom prst="roundRect">
            <a:avLst>
              <a:gd name="adj" fmla="val 6469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2606040"/>
            <a:ext cx="438912" cy="438912"/>
          </a:xfrm>
          <a:prstGeom prst="ellipse">
            <a:avLst/>
          </a:prstGeom>
          <a:solidFill>
            <a:srgbClr val="13294B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4788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823960" y="25877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thesis on the frontier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28803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C0D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Terminal-Bench’s bet on the CLI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3145536"/>
            <a:ext cx="235915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Ops agents fail on judgment, not arithmetic</a:t>
            </a:r>
            <a:endParaRPr lang="en-US" sz="1100" dirty="0"/>
          </a:p>
        </p:txBody>
      </p:sp>
      <p:sp>
        <p:nvSpPr>
          <p:cNvPr id="38" name="Card 6"/>
          <p:cNvSpPr/>
          <p:nvPr/>
        </p:nvSpPr>
        <p:spPr>
          <a:xfrm>
            <a:off x="8046720" y="3736848"/>
            <a:ext cx="3319272" cy="1130808"/>
          </a:xfrm>
          <a:prstGeom prst="roundRect">
            <a:avLst>
              <a:gd name="adj" fmla="val 6469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7888" y="3846576"/>
            <a:ext cx="438912" cy="438912"/>
          </a:xfrm>
          <a:prstGeom prst="ellipse">
            <a:avLst/>
          </a:prstGeom>
          <a:solidFill>
            <a:srgbClr val="13294B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47888" y="3846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823960" y="382828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roadmap for the field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12089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C0D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SWE-Bench’s family of variants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823960" y="4386072"/>
            <a:ext cx="235915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Extends to TA, regulatory reporting, private markets</a:t>
            </a:r>
            <a:endParaRPr lang="en-US" sz="1100" dirty="0"/>
          </a:p>
        </p:txBody>
      </p:sp>
      <p:sp>
        <p:nvSpPr>
          <p:cNvPr id="44" name="Card 7"/>
          <p:cNvSpPr/>
          <p:nvPr/>
        </p:nvSpPr>
        <p:spPr>
          <a:xfrm>
            <a:off x="8046720" y="4977384"/>
            <a:ext cx="3319272" cy="1130808"/>
          </a:xfrm>
          <a:prstGeom prst="roundRect">
            <a:avLst>
              <a:gd name="adj" fmla="val 6469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7888" y="5087112"/>
            <a:ext cx="438912" cy="438912"/>
          </a:xfrm>
          <a:prstGeom prst="ellipse">
            <a:avLst/>
          </a:prstGeom>
          <a:solidFill>
            <a:srgbClr val="13294B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47888" y="5087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823960" y="506882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Researcher experience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823960" y="536143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C0D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Like HELM and Harbor harnesses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5626608"/>
            <a:ext cx="235915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SASOB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Runs on our MCP servers and Skills, easy to extend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40080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Framework: Vincent Sunn Chen, “Benchmarks should shape the frontier, not just measure it,” Snorkel AI, Apr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SASOB - What Makes a Good Benchmark</dc:title>
  <dc:subject>PptxGenJS Presentation</dc:subject>
  <dc:creator>PptxGenJS</dc:creator>
  <cp:lastModifiedBy>PptxGenJS</cp:lastModifiedBy>
  <cp:revision>1</cp:revision>
  <dcterms:created xsi:type="dcterms:W3CDTF">2026-10-11T18:40:52Z</dcterms:created>
  <dcterms:modified xsi:type="dcterms:W3CDTF">2026-10-11T18:40:52Z</dcterms:modified>
</cp:coreProperties>
</file>